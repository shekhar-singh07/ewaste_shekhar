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1864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REBOOT — Repair More. Waste Less.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83409"/>
            <a:ext cx="6296860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College pitch: sustainable tech for the circular electronics economy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713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Repair Gap in Electronics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31875"/>
            <a:ext cx="768827" cy="9610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8009" y="1031875"/>
            <a:ext cx="1794822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Repair is becoming expensive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18009" y="1433711"/>
            <a:ext cx="1794822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Official service costs push users to replace devices.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538" y="1031875"/>
            <a:ext cx="768827" cy="9610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7072" y="1031875"/>
            <a:ext cx="1794922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Spare parts are hard to find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257072" y="1433711"/>
            <a:ext cx="1794922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Older models lack available compatible components.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701" y="1031875"/>
            <a:ext cx="768827" cy="9610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96235" y="1031875"/>
            <a:ext cx="1794822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Usable components become e‑waste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996235" y="1433711"/>
            <a:ext cx="1794822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Working modules are discarded with damaged devices.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765" y="1031875"/>
            <a:ext cx="768827" cy="9610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35299" y="1031875"/>
            <a:ext cx="179492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Shorter device lifecycles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9735299" y="1253827"/>
            <a:ext cx="1794922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Devices replaced years earlier than necessary.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61475" y="2100560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661475" y="3280172"/>
            <a:ext cx="3621394" cy="1986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broken component shouldn't mean one discarded device.</a:t>
            </a:r>
            <a:endParaRPr lang="en-US" sz="3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199" y="2299791"/>
            <a:ext cx="6966272" cy="3947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REBOOT: Give Electronics a Second Life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784" y="909538"/>
            <a:ext cx="10390027" cy="4073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442" y="1109303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Device Problem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39949" y="1109303"/>
            <a:ext cx="1902016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Digital Diagnosis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39949" y="4171626"/>
            <a:ext cx="1902016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Technician Match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9442" y="4171626"/>
            <a:ext cx="1902017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Repair / Refurbish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03594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 that connects customers, verified technicians, recovered parts, and certified recyclers in a circular loop.</a:t>
            </a:r>
            <a:endParaRPr lang="en-US" sz="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02436"/>
            <a:ext cx="236234" cy="236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6742" y="5202436"/>
            <a:ext cx="510953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01 — Diagnose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56742" y="5378351"/>
            <a:ext cx="51095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device details &amp; photos; AI-assisted fault detection.</a:t>
            </a:r>
            <a:endParaRPr lang="en-US" sz="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5315" y="5202436"/>
            <a:ext cx="236234" cy="236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20582" y="5202436"/>
            <a:ext cx="510963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02 — Match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420582" y="5378351"/>
            <a:ext cx="510963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local technicians matched by skill &amp; availability.</a:t>
            </a:r>
            <a:endParaRPr lang="en-US" sz="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586214"/>
            <a:ext cx="236234" cy="2362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6742" y="5586214"/>
            <a:ext cx="510953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03 — Reuse Parts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956742" y="5762129"/>
            <a:ext cx="51095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Marketplace for tested, recovered spare parts.</a:t>
            </a:r>
            <a:endParaRPr lang="en-US" sz="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25315" y="5586214"/>
            <a:ext cx="236234" cy="2362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20582" y="5586214"/>
            <a:ext cx="510963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04 — Recycle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420582" y="5762129"/>
            <a:ext cx="510963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Unrepairable units routed to accredited recyclers.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661475" y="5928618"/>
            <a:ext cx="10868745" cy="762794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repair technicians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Recovered spare-parts marketplace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AI-assisted fault diagnosis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Doorstep pickup &amp; delivery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Repair history &amp; warranty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Responsible recycling network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073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Circular Business Model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94606"/>
            <a:ext cx="525062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Model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61475" y="1806079"/>
            <a:ext cx="2565336" cy="1344116"/>
          </a:xfrm>
          <a:prstGeom prst="roundRect">
            <a:avLst>
              <a:gd name="adj" fmla="val 1681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135" y="1975743"/>
            <a:ext cx="22260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Repair Commission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31135" y="2331045"/>
            <a:ext cx="222601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Percentage per completed job.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46763" y="1806079"/>
            <a:ext cx="2565336" cy="1344116"/>
          </a:xfrm>
          <a:prstGeom prst="roundRect">
            <a:avLst>
              <a:gd name="adj" fmla="val 1681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6423" y="1975743"/>
            <a:ext cx="22260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Parts Marketplace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16423" y="2331045"/>
            <a:ext cx="2226016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Commission on recovered/refurbished component sales.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3270151"/>
            <a:ext cx="2565336" cy="1127621"/>
          </a:xfrm>
          <a:prstGeom prst="roundRect">
            <a:avLst>
              <a:gd name="adj" fmla="val 2004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135" y="3439815"/>
            <a:ext cx="22260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Service Plans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1135" y="3795117"/>
            <a:ext cx="222601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Annual protection &amp; priority repair subscriptions.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6763" y="3270151"/>
            <a:ext cx="2565336" cy="1127621"/>
          </a:xfrm>
          <a:prstGeom prst="roundRect">
            <a:avLst>
              <a:gd name="adj" fmla="val 2004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6423" y="3439815"/>
            <a:ext cx="222601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B2B Partnerships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16423" y="3795117"/>
            <a:ext cx="222601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Lifecycle programs for campuses and SMBs.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4517727"/>
            <a:ext cx="5250624" cy="911126"/>
          </a:xfrm>
          <a:prstGeom prst="roundRect">
            <a:avLst>
              <a:gd name="adj" fmla="val 2480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35" y="4687391"/>
            <a:ext cx="4911304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Recycling Partnerships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1135" y="5042694"/>
            <a:ext cx="491130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Revenue-share with authorized recyclers.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1475" y="5601395"/>
            <a:ext cx="5250624" cy="19050"/>
          </a:xfrm>
          <a:prstGeom prst="roundRect">
            <a:avLst>
              <a:gd name="adj" fmla="val 49999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792986"/>
            <a:ext cx="525062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Flow: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→ REBOOT → Technician / Parts Partner → Repair → Revenue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85946" y="1294606"/>
            <a:ext cx="525062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12‑Month Roadmap</a:t>
            </a:r>
            <a:endParaRPr lang="en-US" sz="23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946" y="1806079"/>
            <a:ext cx="5250624" cy="377944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85946" y="5720457"/>
            <a:ext cx="5250624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 1–2: research • 3–4: MVP &amp; technicians • 5–6: pilot • 7–9: marketplace &amp; warranty • 10–12: scale network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90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Repair Is the New Recycling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579364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841552" y="1759446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♻️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LESS E‑WASTE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1552" y="2143919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Extends device lifecycles; fewer materials landfilled.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1670" y="1579364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6361747" y="1759446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LOWER COST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61747" y="2143919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Cheaper repairs vs replacement for end users.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475" y="2777133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841552" y="2957215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MORE REPAIR JOBS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41552" y="3341688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technician income and skills growth.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670" y="2777133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6361747" y="2957215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CIRCULAR ECONOMY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361747" y="3341688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Keeps components in circulation; reduces raw extraction.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3996432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Impact pathway: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REPAIR → REUSE → RECOVER → RECYCLE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1475" y="4471095"/>
            <a:ext cx="10868745" cy="697508"/>
          </a:xfrm>
          <a:prstGeom prst="roundRect">
            <a:avLst>
              <a:gd name="adj" fmla="val 3874"/>
            </a:avLst>
          </a:prstGeom>
          <a:solidFill>
            <a:srgbClr val="797907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52" y="4714180"/>
            <a:ext cx="225122" cy="18008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46752" y="4687689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Vision: Build a world where electronics are repaired before they are replaced.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1475" y="540672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734645"/>
            <a:ext cx="10868745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REBOOT — Turn broken electronics from waste into opportunity.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2026-08-24T15:45:55Z</dcterms:created>
  <dcterms:modified xsi:type="dcterms:W3CDTF">2026-08-24T15:45:55Z</dcterms:modified>
</cp:coreProperties>
</file>